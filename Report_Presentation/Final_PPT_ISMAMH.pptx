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3EbYoTuicjEbQct6JotDIkJ3v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6c188e11c_0_1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6c188e11c_0_1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6c188e11c_0_1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6c188e11c_0_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6c188e11c_0_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6c188e11c_0_8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6c188e11c_0_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6c188e11c_0_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6c188e11c_0_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c188e11c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6c188e11c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6c188e11c_0_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6c188e11c_0_3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6c188e11c_0_3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6c188e11c_0_3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6c188e11c_0_3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6c188e11c_0_3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6c188e11c_0_3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c188e11c_0_7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6c188e11c_0_7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6c188e11c_0_7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6c188e11c_0_6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6c188e11c_0_6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6c188e11c_0_68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6c188e11c_0_6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6c188e11c_0_6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6c188e11c_0_6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6c188e11c_0_6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6c188e11c_0_6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6c188e11c_0_6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6c188e11c_0_5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6c188e11c_0_5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e6c188e11c_0_5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6c188e11c_0_5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6c188e11c_0_5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6c188e11c_0_5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6c188e11c_0_2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6c188e11c_0_2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e6c188e11c_0_2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6c188e11c_0_4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6c188e11c_0_4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6c188e11c_0_48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25"/>
            <a:ext cx="9144000" cy="56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of Social Media Algorithms on Adolescent Mental Health </a:t>
            </a:r>
            <a:endParaRPr sz="5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Kartavya Tomar</a:t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2210990484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Darpan Anand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52646" y="1009704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Rapid growth of AI-driven social media platforms.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Adolescents are primary users of algorithm-curated feeds.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Engagement optimisation drives content ranking.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Mental health concerns are rising globally.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Modern platforms such as Instagram, TikTok, and YouTube use machine learning algorithms to maximise engagement.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These systems continuously learn from user behaviour and personalise content feeds.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Adolescents, being in a sensitive developmental phase, are highly influenced by such algorithmic exposure.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6c188e11c_0_12"/>
          <p:cNvSpPr txBox="1"/>
          <p:nvPr/>
        </p:nvSpPr>
        <p:spPr>
          <a:xfrm>
            <a:off x="0" y="0"/>
            <a:ext cx="6003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               Problem Statement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8" name="Google Shape;98;g3e6c188e11c_0_12"/>
          <p:cNvSpPr txBox="1"/>
          <p:nvPr/>
        </p:nvSpPr>
        <p:spPr>
          <a:xfrm>
            <a:off x="134250" y="1210200"/>
            <a:ext cx="8875500" cy="50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Char char="●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amplify emotionally intense content.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Char char="○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Reinforcement loops increase screen time.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Char char="○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exposure linked to anxiety and depression.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Char char="○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algorithm transparency.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Char char="●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traditional research focused on screen time, modern concerns centre around algorithmic amplification.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Char char="●"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Char char="●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systems prioritise content that generates strong reactions, which may contribute to comparison behaviour, body dissatisfaction, and psychological distress.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c188e11c_0_8"/>
          <p:cNvSpPr txBox="1"/>
          <p:nvPr/>
        </p:nvSpPr>
        <p:spPr>
          <a:xfrm>
            <a:off x="90325" y="145525"/>
            <a:ext cx="745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                        </a:t>
            </a:r>
            <a:r>
              <a:rPr b="1" lang="en-US" sz="2800">
                <a:solidFill>
                  <a:schemeClr val="dk1"/>
                </a:solidFill>
              </a:rPr>
              <a:t>Objective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05" name="Google Shape;105;g3e6c188e11c_0_8"/>
          <p:cNvSpPr txBox="1"/>
          <p:nvPr/>
        </p:nvSpPr>
        <p:spPr>
          <a:xfrm>
            <a:off x="178950" y="1672050"/>
            <a:ext cx="8786100" cy="24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analyse algorithmic recommendation mechanisms.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study correlation with mental health indicators.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examine reinforcement learning feedback loops.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propose human-centred AI design recommendations.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6c188e11c_0_4"/>
          <p:cNvSpPr txBox="1"/>
          <p:nvPr/>
        </p:nvSpPr>
        <p:spPr>
          <a:xfrm>
            <a:off x="931675" y="232925"/>
            <a:ext cx="50466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     ML Implementation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2" name="Google Shape;112;g3e6c188e11c_0_4"/>
          <p:cNvSpPr txBox="1"/>
          <p:nvPr/>
        </p:nvSpPr>
        <p:spPr>
          <a:xfrm>
            <a:off x="159000" y="1292125"/>
            <a:ext cx="8769300" cy="43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Survey dataset of 150 adolescents (age 13–19)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ScreenTime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EngagementFrequency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AppearanceExposure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RecommendationClicks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Variable: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AnxietyScore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Used: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Multiple Linear Regression.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Python, Pandas, NumPy, Scikit‑learn, Matplotlib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6c188e11c_0_0"/>
          <p:cNvSpPr txBox="1"/>
          <p:nvPr/>
        </p:nvSpPr>
        <p:spPr>
          <a:xfrm>
            <a:off x="854025" y="155275"/>
            <a:ext cx="56028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               ML Workflow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19" name="Google Shape;119;g3e6c188e11c_0_0"/>
          <p:cNvSpPr txBox="1"/>
          <p:nvPr/>
        </p:nvSpPr>
        <p:spPr>
          <a:xfrm>
            <a:off x="140400" y="1316925"/>
            <a:ext cx="8863200" cy="4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Data Collection (Survey Data)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Data Preprocessing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Train-Test Split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Model Training (Linear Regression)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Prediction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Model Evaluation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Interpretation of Feature Impact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6c188e11c_0_37"/>
          <p:cNvSpPr txBox="1"/>
          <p:nvPr/>
        </p:nvSpPr>
        <p:spPr>
          <a:xfrm>
            <a:off x="258800" y="207025"/>
            <a:ext cx="5758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                    Analysis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id="126" name="Google Shape;126;g3e6c188e11c_0_37" title="Screenshot 2026-04-30 at 2.47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50" y="1244750"/>
            <a:ext cx="8544676" cy="486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6c188e11c_0_33"/>
          <p:cNvSpPr txBox="1"/>
          <p:nvPr/>
        </p:nvSpPr>
        <p:spPr>
          <a:xfrm>
            <a:off x="103525" y="155275"/>
            <a:ext cx="53571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                 </a:t>
            </a:r>
            <a:r>
              <a:rPr b="1" lang="en-US" sz="2800">
                <a:solidFill>
                  <a:schemeClr val="dk1"/>
                </a:solidFill>
              </a:rPr>
              <a:t>HeatMap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id="133" name="Google Shape;133;g3e6c188e11c_0_33" title="Screenshot 2026-04-30 at 2.47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25" y="1046300"/>
            <a:ext cx="8592148" cy="552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6c188e11c_0_72"/>
          <p:cNvSpPr txBox="1"/>
          <p:nvPr/>
        </p:nvSpPr>
        <p:spPr>
          <a:xfrm>
            <a:off x="207025" y="129400"/>
            <a:ext cx="5680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                 Visualisation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id="140" name="Google Shape;140;g3e6c188e11c_0_72" title="Screenshot 2026-04-30 at 2.47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2100"/>
            <a:ext cx="8839198" cy="540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6c188e11c_0_68"/>
          <p:cNvSpPr txBox="1"/>
          <p:nvPr/>
        </p:nvSpPr>
        <p:spPr>
          <a:xfrm>
            <a:off x="245850" y="219975"/>
            <a:ext cx="59004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            Evaluation Metrics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47" name="Google Shape;147;g3e6c188e11c_0_68"/>
          <p:cNvSpPr txBox="1"/>
          <p:nvPr/>
        </p:nvSpPr>
        <p:spPr>
          <a:xfrm>
            <a:off x="158250" y="1534500"/>
            <a:ext cx="8827500" cy="3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R² Score: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Measures how well the model explains variance in the data.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Squared Error (MSE):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Measures prediction error between actual and predicted values.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MSE and higher R² indicate better model performance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6c188e11c_0_64"/>
          <p:cNvSpPr txBox="1"/>
          <p:nvPr/>
        </p:nvSpPr>
        <p:spPr>
          <a:xfrm>
            <a:off x="181150" y="232925"/>
            <a:ext cx="5525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               Technical Terms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54" name="Google Shape;154;g3e6c188e11c_0_64"/>
          <p:cNvSpPr txBox="1"/>
          <p:nvPr/>
        </p:nvSpPr>
        <p:spPr>
          <a:xfrm>
            <a:off x="181150" y="1626400"/>
            <a:ext cx="8929500" cy="30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test_size: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percentage of data used for testing (e.g., 0.2 = 20%).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random_state: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ensures reproducibility of train/test split.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model.fit():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trains the machine learning model.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model.predict():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generates predictions using the trained model.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6c188e11c_0_60"/>
          <p:cNvSpPr txBox="1"/>
          <p:nvPr/>
        </p:nvSpPr>
        <p:spPr>
          <a:xfrm>
            <a:off x="168225" y="181150"/>
            <a:ext cx="5551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Model Interpretation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61" name="Google Shape;161;g3e6c188e11c_0_60"/>
          <p:cNvSpPr txBox="1"/>
          <p:nvPr/>
        </p:nvSpPr>
        <p:spPr>
          <a:xfrm>
            <a:off x="151500" y="1561725"/>
            <a:ext cx="8841000" cy="28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input variable used to train the model.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weight assigned to each feature.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magnitude of influence of each feature on AnxietyScore.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higher screen time may increase predicted anxiety level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6c188e11c_0_56"/>
          <p:cNvSpPr txBox="1"/>
          <p:nvPr/>
        </p:nvSpPr>
        <p:spPr>
          <a:xfrm>
            <a:off x="207025" y="219975"/>
            <a:ext cx="59652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                Model Insights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68" name="Google Shape;168;g3e6c188e11c_0_56"/>
          <p:cNvSpPr txBox="1"/>
          <p:nvPr/>
        </p:nvSpPr>
        <p:spPr>
          <a:xfrm>
            <a:off x="170100" y="1172475"/>
            <a:ext cx="8823000" cy="47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screen time correlates with higher anxiety scores.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Appearance-based content exposure strongly affects self-esteem.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Algorithmic recommendations reinforce engagement loops.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Behavioural engagement patterns help predict mental health indicators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6c188e11c_0_52"/>
          <p:cNvSpPr txBox="1"/>
          <p:nvPr/>
        </p:nvSpPr>
        <p:spPr>
          <a:xfrm>
            <a:off x="181150" y="194100"/>
            <a:ext cx="59265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        Future Improvements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5" name="Google Shape;175;g3e6c188e11c_0_52"/>
          <p:cNvSpPr txBox="1"/>
          <p:nvPr/>
        </p:nvSpPr>
        <p:spPr>
          <a:xfrm>
            <a:off x="271800" y="1648950"/>
            <a:ext cx="8600400" cy="3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larger real-world datasets.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advanced models like Random Forest or Neural Networks.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sentiment analysis on social media content.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AI systems that promote digital well-being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6c188e11c_0_29"/>
          <p:cNvSpPr txBox="1"/>
          <p:nvPr/>
        </p:nvSpPr>
        <p:spPr>
          <a:xfrm>
            <a:off x="219975" y="155275"/>
            <a:ext cx="56547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                    Limitations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82" name="Google Shape;182;g3e6c188e11c_0_29"/>
          <p:cNvSpPr txBox="1"/>
          <p:nvPr/>
        </p:nvSpPr>
        <p:spPr>
          <a:xfrm>
            <a:off x="113275" y="1534750"/>
            <a:ext cx="8763300" cy="2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Restricted access to proprietary algorithms.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does not imply causation.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Self-reported survey bias.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evolution of platforms.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6c188e11c_0_48"/>
          <p:cNvSpPr txBox="1"/>
          <p:nvPr/>
        </p:nvSpPr>
        <p:spPr>
          <a:xfrm>
            <a:off x="204900" y="1429800"/>
            <a:ext cx="8734200" cy="3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influence adolescent cognition, emotions, and behaviour.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Engagement-driven models may amplify harmful or intense content.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Ethical AI requires integrating psychological safeguards.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societal impact should matter as much as performance metrics.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Human-centred design must be the foundation of future AI systems.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e6c188e11c_0_48"/>
          <p:cNvSpPr txBox="1"/>
          <p:nvPr/>
        </p:nvSpPr>
        <p:spPr>
          <a:xfrm>
            <a:off x="181150" y="181150"/>
            <a:ext cx="6172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                   Conclusion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